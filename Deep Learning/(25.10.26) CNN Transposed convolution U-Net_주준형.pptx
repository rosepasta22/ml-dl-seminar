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9" d="100"/>
          <a:sy n="79" d="100"/>
        </p:scale>
        <p:origin x="107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10:13:36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 24575,'0'0'0,"0"1"0,1 0 0,-1 0 0,0 0 0,1-1 0,-1 1 0,0 0 0,1-1 0,-1 1 0,1 0 0,-1-1 0,1 1 0,0 0 0,-1-1 0,1 1 0,-1-1 0,1 1 0,0-1 0,-1 0 0,1 1 0,0-1 0,0 0 0,0 1 0,-1-1 0,1 0 0,0 0 0,1 1 0,26 3 0,-25-4 0,262 4 0,-146-6 0,240 16 0,107-3 0,-299-13 0,4678 2 0,-4821 0-170,0-1-1,-1-2 0,1 0 1,-1-2-1,1 0 0,-1-2 1,33-13-1,-40 12-6655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10:13:54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94 24575,'0'-2'0,"1"0"0,-1 0 0,0 1 0,1-1 0,0 0 0,-1 0 0,1 1 0,0-1 0,0 0 0,0 1 0,0-1 0,0 1 0,0-1 0,0 1 0,3-2 0,21-17 0,-25 19 0,10-4 0,0-1 0,0 1 0,0 1 0,0 0 0,1 0 0,0 1 0,-1 0 0,23-2 0,8 2 0,45 1 0,-62 2 0,580 4 0,-300 18 0,-74-1 0,-192-17 0,0 2 0,0 2 0,-1 1 0,56 22 0,-57-18 0,0-1 0,1-2 0,1-1 0,62 5 0,-14-12 0,-33-2 0,64 9 0,-15 3 0,27 4 0,-11 0 0,149 1 0,-105-9 0,-61-1 0,461 17 0,-303-12 0,-222-7 0,-5-2 0,0 1 0,55 17 0,-63-15 0,-1 0 0,1-1 0,0-2 0,25 1 0,99-4 0,-68-2 0,2018 0 0,-1141 3 0,-937-2-455,0-1 0,36-8 0,-38 6-6371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10:23:34.7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5801 521 24575,'2'2'0,"0"0"0,0 1 0,-1-1 0,1 1 0,-1-1 0,0 1 0,1 0 0,-1 0 0,-1 0 0,1 0 0,0 0 0,-1-1 0,1 1 0,-1 5 0,0 1 0,0 0 0,-1-1 0,-3 16 0,-1-3 0,-2 0 0,0 0 0,-1-1 0,-2 0 0,0 0 0,0-1 0,-2 0 0,-1-1 0,0-1 0,-23 24 0,23-30 0,0-2 0,-1 1 0,0-2 0,0 0 0,-1 0 0,0-2 0,-29 10 0,2-1 0,-380 128 0,367-128 0,1 2 0,0 3 0,-98 51 0,134-60 0,1 2 0,-26 24 0,24-20 0,-25 17 0,-213 147 0,162-112 0,-36 24 0,26-25 0,-120 100 0,194-145 0,-54 31 0,4-3 0,7 2 0,-54 37 0,104-75 0,0-2 0,-1 0 0,-42 14 0,2-13 0,1 0 0,-73 35 0,83-27 0,-1-3 0,-80 17 0,55-25 0,51-8 0,-1 1 0,1 2 0,0 1 0,0 1 0,-34 14 0,11 7 0,-83 57 0,36-20 0,14-14 0,-2-5 0,-96 39 0,-124 49 0,98-41 0,163-75 0,-1-2 0,0-2 0,-2-1 0,1-3 0,-83 7 0,-64 7 0,11-2 0,169-22 0,1 0 0,-1-1 0,1-1 0,0-1 0,-1 0 0,1 0 0,0-2 0,0 0 0,1 0 0,-1-1 0,1-1 0,-21-11 0,20 7 0,0 0 0,1 0 0,0-1 0,0-1 0,2 0 0,-1-1 0,1 0 0,1-1 0,1 0 0,-11-21 0,-66-156 0,63 135 0,0 1 0,4 0 0,1-1 0,3 0 0,2-2 0,-8-94 0,17-281 0,7 284 0,-2 125 0,2 0 0,0 0 0,2 1 0,1-1 0,0 1 0,2 0 0,17-35 0,9-8 0,46-69 0,99-118 0,-136 201 0,1 1 0,84-70 0,-100 98 0,2 2 0,0 1 0,1 2 0,43-19 0,138-40 0,-41 22 0,73-21 0,-68 28 0,184-25 0,-152 45 0,525-87 0,-492 75 0,290-39 0,-481 75 0,9-1 0,-1-2 0,91-22 0,-86 10 0,1 2 0,1 3 0,0 3 0,90-3 0,448 14 0,-256 2 0,-330-2 0,-2 0 0,1 0 0,20 3 0,-32-2 0,0 0 0,0 0 0,-1 0 0,1 0 0,0 0 0,-1 1 0,1 0 0,-1-1 0,1 1 0,-1 1 0,0-1 0,0 0 0,0 1 0,4 4 0,10 17 0,-1 1 0,-1 1 0,20 46 0,-18-34 0,23 36 0,-20-43 0,-2 1 0,23 51 0,-29-53 0,0 0 0,-2 0 0,-2 1 0,-1 0 0,-1 1 0,3 62 0,-11 33-1365,1-95-5461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10:23:37.7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4140 341 24575,'-46'50'0,"1"1"0,-41 63 0,56-73 0,24-31 0,0 0 0,0 0 0,1 1 0,1 0 0,-1 0 0,2 1 0,0-1 0,0 1 0,-2 22 0,1-15 0,-1 1 0,0-1 0,-2 0 0,-15 30 0,-46 70 0,58-104 0,0-1 0,-2 0 0,0 0 0,0-1 0,-1-1 0,-1 0 0,0-1 0,0 0 0,-27 14 0,-10 1 0,-90 32 0,123-51 0,-196 54 0,154-48 0,1 4 0,-99 40 0,-97 39 0,22-9 0,117-42 0,65-27 0,-48 26 0,-195 85 0,40-20 0,-163 66 0,330-138 0,59-24 0,0-1 0,-53 15 0,-3-12 0,1-3 0,-2-4 0,-104-3 0,111-4 0,-110-5 0,179 4 0,0-1 0,0 0 0,0-1 0,0 0 0,1 0 0,-1-1 0,1 0 0,-15-7 0,17 6 0,1 0 0,-1-1 0,1 1 0,0-1 0,0 0 0,0-1 0,0 1 0,1-1 0,0 0 0,1 0 0,-7-12 0,-11-31 0,2-2 0,2 0 0,2-1 0,3 0 0,-11-94 0,14 22 0,8-171 0,3 262 0,1 0 0,1 1 0,2-1 0,1 1 0,2 1 0,21-53 0,-18 59 0,1 0 0,1 0 0,1 2 0,1 0 0,1 0 0,2 2 0,0 0 0,26-21 0,-1 6 0,2 2 1,1 3-1,58-30 0,160-65-405,-192 93 119,351-149 114,-294 134 189,176-41 1,6 36 610,-164 32-429,247-16-199,-1 31 0,-317 5 0,24 0 0,178 5 0,-265-3 0,0 1 0,0 0 0,-1 1 0,1 1 0,-1 0 0,0 1 0,0 0 0,0 1 0,16 10 0,2 6 0,0 1 0,31 31 0,11 4 0,-43-36 0,34 33 0,-41-33 0,-2 1 0,0 1 0,-2 0 0,18 29 0,-3 2 0,-13-21 0,28 58 0,-9-13-1365,-27-55-5461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10:26:15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3488 24575,'2573'0'0,"-2528"2"0,0 2 0,-1 2 0,70 20 0,-12-4 0,-54-15 0,0-3 0,0-2 0,57-4 0,-17-1 0,10 3 0,600 12 0,-88-3 0,-601-9 0,-1-1 0,1 1 0,0-1 0,-1-1 0,1 0 0,0 0 0,11-5 0,-18 6 0,0 0 0,0 0 0,0-1 0,0 1 0,0-1 0,0 1 0,-1-1 0,1 0 0,0 0 0,-1 1 0,0-1 0,1 0 0,-1 0 0,0-1 0,0 1 0,0 0 0,0 0 0,0 0 0,0-1 0,-1 1 0,1 0 0,-1-1 0,0 1 0,0-1 0,0 1 0,0 0 0,0-1 0,0 1 0,0-1 0,-2-3 0,-3-10 0,0 1 0,-1 0 0,0 0 0,-1 1 0,-18-28 0,0 0 0,14 24 0,1-1 0,1 0 0,1-1 0,0 0 0,2 0 0,0 0 0,1-1 0,1 0 0,-1-22 0,1-10 0,-12-55 0,-4-48 0,18-274 0,4 221 0,-2-1740 0,-1 1930 0,0 0 0,0 0 0,-2 0 0,0 1 0,-8-24 0,9 38 0,0 0 0,0 0 0,-1 1 0,1-1 0,-1 0 0,0 1 0,0-1 0,0 1 0,0 0 0,0 0 0,-1 0 0,0 1 0,1-1 0,-1 1 0,0 0 0,0 0 0,0 0 0,0 1 0,-1-1 0,-5 0 0,-9-3 0,-1 2 0,1 0 0,-24 0 0,40 3 0,-318 0 0,141 3 0,123-1 0,-76 15 0,9-2 0,-537-3 0,415-14 0,-2126 2 0,2355 0 0,-1-1 0,0 2 0,0 0 0,0 0 0,-29 8 0,42-8 0,1 0 0,0 1 0,0-1 0,0 1 0,0 0 0,0 0 0,0 1 0,1-1 0,-1 1 0,1 0 0,-1 0 0,1 0 0,0 0 0,0 1 0,0-1 0,1 1 0,0 0 0,-1-1 0,1 1 0,0 0 0,1 1 0,-1-1 0,1 0 0,-2 6 0,-5 45 0,2 1 0,3-1 0,4 80 0,1-49 0,-1 1108 0,5-1070 0,26 151 0,-12-134 0,30 129 0,-8-32 0,-25-126 0,11 108 0,-20-130 0,-7 138 0,-3-108 0,2 75-1365,0-142-5461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10:30:39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4004 24575,'2955'0'0,"-2904"3"0,1 2 0,-1 2 0,79 22 0,-13-3 0,-62-18 0,0-4 0,0-1 0,67-6 0,-22 0 0,13 2 0,688 16 0,-101-5 0,-690-10 0,1-1 0,-1 1 0,0-2 0,-1 1 0,1-2 0,0 1 0,13-6 0,-20 7 0,-1-1 0,0 1 0,1-1 0,-1 1 0,0-1 0,0 0 0,0 0 0,0 0 0,0 0 0,0 0 0,-1 0 0,1-1 0,-1 1 0,1 0 0,-1-1 0,0 1 0,0-1 0,0 1 0,0-1 0,-1 0 0,1 0 0,-1 1 0,0-1 0,1 0 0,-1 0 0,0 1 0,-1-1 0,1 0 0,0 0 0,-2-4 0,-3-11 0,-1 0 0,-1 1 0,0 0 0,-2 0 0,-20-30 0,1-2 0,16 28 0,0 0 0,2-1 0,0-1 0,2 1 0,0-2 0,2 1 0,0-1 0,2 0 0,-2-26 0,1-10 0,-13-64 0,-5-55 0,20-315 0,5 254 0,-2-1998 0,0 2216 0,-1 1 0,-1-1 0,-1 0 0,-1 1 0,-9-26 0,11 42 0,0 0 0,0 1 0,-1-1 0,0 1 0,0 0 0,0 0 0,-1 0 0,1 1 0,-1-1 0,0 1 0,0-1 0,0 1 0,-1 1 0,1-1 0,-1 1 0,1-1 0,-1 1 0,0 0 0,0 1 0,-6-2 0,-11-2 0,-1 1 0,1 1 0,-27-1 0,45 4 0,-365 0 0,163 3 0,141 0 0,-88 16 0,11-1 0,-617-4 0,475-17 0,-2439 3 0,2703 0 0,0 0 0,-1 0 0,1 1 0,-1 1 0,-33 7 0,49-7 0,0-1 0,0 1 0,1 0 0,-1 0 0,0 0 0,1 1 0,0 0 0,-1 0 0,1 0 0,0 0 0,1 0 0,-1 1 0,1 0 0,-1 0 0,1 0 0,0 0 0,0 0 0,1 1 0,-1-1 0,1 1 0,0-1 0,1 1 0,-1 0 0,-1 6 0,-6 53 0,2 0 0,3 0 0,6 90 0,0-55 0,-1 1272 0,5-1229 0,32 174 0,-16-154 0,36 148 0,-10-37 0,-29-144 0,14 124 0,-24-150 0,-8 158 0,-3-122 0,2 84-1365,0-162-5461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10:37:24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3042 24575,'2245'0'0,"-2205"2"0,-1 2 0,-1 1 0,61 17 0,-9-2 0,-49-14 0,1-3 0,0-1 0,50-4 0,-16 0 0,10 1 0,523 12 0,-77-3 0,-525-8 0,1 0 0,0-1 0,-1 0 0,1 0 0,-1-1 0,1 0 0,9-4 0,-15 5 0,0 0 0,0 0 0,-1 0 0,1 0 0,0-1 0,-1 1 0,1-1 0,-1 1 0,1-1 0,-1 1 0,0-1 0,0 0 0,0 0 0,1 1 0,-2-1 0,1 0 0,0 0 0,0 0 0,-1 0 0,1 0 0,-1 0 0,1 0 0,-1 0 0,0 0 0,0-1 0,0 1 0,0 0 0,0 0 0,-1 0 0,0-4 0,-3-7 0,-1-1 0,0 1 0,0 0 0,-2 1 0,-15-25 0,1 1 0,11 20 0,2-1 0,0 1 0,1-1 0,0-1 0,1 1 0,1-1 0,1 0 0,1-1 0,-2-18 0,2-9 0,-11-48 0,-4-42 0,16-240 0,4 194 0,-2-1518 0,0 1683 0,-1 1 0,-1-1 0,0 1 0,-1 0 0,-6-20 0,7 32 0,0 1 0,0-1 0,0 1 0,0 0 0,0 0 0,-1 0 0,1 0 0,-1 0 0,0 0 0,0 1 0,0-1 0,0 1 0,0 0 0,-1 0 0,1 0 0,-1 0 0,1 1 0,-1-1 0,0 1 0,-4-1 0,-9-2 0,0 1 0,-1 0 0,-19 1 0,35 2 0,-278 0 0,123 2 0,107 1 0,-66 11 0,8-1 0,-469-2 0,362-13 0,-1853 2 0,2052 0 0,1-1 0,-1 2 0,1-1 0,-1 2 0,-25 5 0,37-6 0,0 0 0,1 1 0,-1-1 0,0 1 0,1 0 0,0-1 0,-1 2 0,1-1 0,0 0 0,0 1 0,0-1 0,0 1 0,1 0 0,-1 0 0,1 0 0,0 0 0,0 0 0,0 1 0,0-1 0,0 1 0,1-1 0,-1 1 0,1-1 0,-1 6 0,-5 39 0,2 1 0,2-1 0,4 70 0,0-43 0,0 966 0,4-933 0,24 132 0,-12-116 0,26 111 0,-6-28 0,-22-109 0,10 94 0,-19-113 0,-4 119 0,-4-93 0,2 65-1365,0-124-5461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10:39:24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5479 24575,'4043'0'0,"-3973"3"0,0 4 0,0 3 0,109 29 0,-19-3 0,-85-26 0,1-3 0,-1-4 0,91-7 0,-29 1 0,18 1 0,941 22 0,-138-6 0,-944-14 0,0-1 0,-1 0 0,1-1 0,0 0 0,-1-1 0,0-1 0,19-7 0,-29 10 0,1-1 0,-1 0 0,0 0 0,0 0 0,0-1 0,0 1 0,-1-1 0,1 0 0,0 1 0,-1-1 0,0 0 0,0-1 0,0 1 0,0 0 0,0 0 0,-1-1 0,1 1 0,-1-1 0,0 0 0,0 1 0,0-1 0,-1 0 0,1 1 0,-1-1 0,0 0 0,0 0 0,0 0 0,-1 1 0,1-1 0,-3-6 0,-4-15 0,-1 1 0,-1 0 0,-2 1 0,0 0 0,-28-42 0,0-1 0,22 37 0,1 0 0,2-1 0,1-1 0,1 0 0,2-1 0,1 0 0,1-1 0,2 0 0,-2-35 0,2-14 0,-19-88 0,-6-75 0,26-431 0,8 348 0,-3-2734 0,0 3033 0,-1-1 0,-2 0 0,-1 1 0,-2-1 0,-11-35 0,14 59 0,0 0 0,0 0 0,-1 0 0,0 0 0,0 0 0,0 1 0,-1-1 0,0 1 0,0 1 0,-1-1 0,1 1 0,-1-1 0,0 2 0,0-1 0,0 1 0,0 0 0,-1 0 0,1 0 0,-1 1 0,-9-2 0,-14-3 0,-1 2 0,0 0 0,-36 1 0,62 3 0,-499 1 0,221 5 0,194-1 0,-119 21 0,13 0 0,-844-6 0,652-22 0,-3339 3 0,3699 0 0,-1-1 0,0 1 0,-1 1 0,1 2 0,-46 10 0,67-11 0,1 0 0,-1 0 0,1 1 0,-1 0 0,1 0 0,0 1 0,0-1 0,0 1 0,1 1 0,-1-1 0,1 1 0,0 0 0,1 0 0,-1 0 0,1 1 0,0-1 0,0 1 0,0 0 0,1 1 0,0-1 0,0 0 0,1 1 0,0 0 0,-2 8 0,-9 72 0,4 0 0,3 1 0,9 123 0,-1-76 0,0 1741 0,7-1682 0,42 238 0,-20-209 0,47 200 0,-11-49 0,-41-198 0,19 170 0,-33-204 0,-10 215 0,-5-168 0,3 117-1365,0-223-5461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10:40:20.2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3217 517 24575,'1'20'0,"1"0"0,0-1 0,2 1 0,0-1 0,1 0 0,1 0 0,14 30 0,73 119 0,-80-147 0,389 572 0,-164-255 0,47 164 0,-91-146 0,-23-9 0,-82-152 0,-74-165 0,207 479 0,-133-250 0,139 460 0,-209-641 0,29 97 0,-8-42 0,0 3 0,46 137 0,-42-144 0,60 159 0,-34-102 0,-9 4 0,66 345 0,-115-484 0,3 0 0,23 55 0,0-2 0,-18-39 0,56 147 0,70 72 0,-4-38 0,27 45 0,-113-197 0,-5 2 0,-5 2 0,49 145 0,0 12 0,-30-51 0,3 7 0,-24-84 0,-8-19 0,-25-80 0,114 329 0,-110-304 0,-7-31 0,-2 1 0,0 0 0,3 43 0,-7-26 0,-1 1 0,-3-1 0,-1 1 0,-2-1 0,-2 0 0,-14 48 0,13-65 0,0 1 0,-13 24 0,16-38 0,0 0 0,-1-1 0,-1 0 0,1-1 0,-1 1 0,-1-1 0,-11 10 0,-2-3 0,0 0 0,-1-1 0,-1-2 0,-1 0 0,1-1 0,-2-1 0,1-2 0,-1 0 0,0-2 0,-33 5 0,-30-1 0,-144-1 0,212-9 0,-961-3 0,742-6 0,183 2 0,0-1 0,-67-20 0,-209-75 0,300 91 0,0-2 0,1 0 0,-53-35 0,-78-68 0,50 34 0,-57-31 0,-71-51 0,186 124 0,2-3 0,-60-64 0,-190-255 0,271 320 0,-47-84 0,-12-53 0,5 10 0,31 71 0,-5 3 0,-114-143 0,-11-7 0,3 4 0,-3 41 0,51 58 0,115 124 0,0 0 0,-2 1 0,-41-29 0,38 30 0,0-1 0,-32-35 0,-18-15 0,-272-205 0,320 251 0,1-1 0,2-1 0,0 0 0,-24-37 0,15 19 0,3 1 0,3-2 0,1 0 0,-33-82 0,18 34 0,-206-538 0,-133-326 0,346 886 0,14 33 0,1-1 0,2 0 0,-12-49 0,-29-118 0,-7-37 0,-16-52 0,48 191 0,-56-158 0,80 238 0,-36-132 0,36 118 0,0 0 0,-1-51 0,7-40 0,3 77 0,-3-1 0,-2 1 0,-14-73 0,8 75 0,2-1 0,-2-62 0,10-99 0,1 95 0,-2 94 0,5-124 0,-2 125 0,0-1 0,1 1 0,2 0 0,0 1 0,9-21 0,26-48 0,-17 39 0,26-76 0,-24 30 0,-19 61 0,3 1 0,0 0 0,24-50 0,-5 30 0,-4 9 0,29-74 0,-30 54 0,-5 15 0,21-81 0,-24 74 0,2 0 0,40-84 0,-7 20 0,31-62 0,-73 163 0,0 0 0,1 1 0,1 0 0,24-30 0,62-59 0,-49 57 0,-6 5 0,75-61 0,-93 87 0,1 1 0,1 1 0,1 2 0,0 1 0,37-14 0,398-122 0,-441 144 0,0 1 0,1 1 0,22-1 0,-34 5 0,1 0 0,0 1 0,-1 0 0,1 0 0,0 1 0,-1 1 0,0 0 0,13 5 0,24 14 0,-1 2 0,55 40 0,-56-34 0,2-1 0,51 21 0,-78-40 0,-1 0 0,28 22 0,12 5 0,-47-30 0,28 16 0,1-2 0,52 19 0,-73-32 0,38 21 0,-43-21 0,1 1 0,1-2 0,24 8 0,93 17 0,44 13 0,-146-35-120,163 58-1125,-165-56-5581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10:40:28.74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5869 1 24575,'-20'0'0,"-7"0"0,-33 4 0,51-3 0,-1 1 0,2 0 0,-1 0 0,0 1 0,0 0 0,1 1 0,-12 7 0,-157 111 0,22-12 0,111-81 0,0 2 0,3 2 0,0 2 0,3 2 0,-59 70 0,-76 134 0,72-95 0,-261 401 0,285-412 0,-136 181 0,19-33 0,23 12 0,80-135 0,-305 479 0,119-268 0,205-280 0,-418 487 0,284-343 0,-14 61 0,26 18 0,20-30 0,-95 109 0,-117 187 0,321-462 0,5 2 0,-55 157 0,23 42 0,17-48 0,-232 690 0,285-892 0,-12 33 0,-35 175 0,-10 204 0,65-400 0,-3 9 0,-9 138 0,25 123 0,1-237 0,1-106 0,0-1 0,0 1 0,0 0 0,1-1 0,0 0 0,1 1 0,-1-1 0,1 0 0,1 0 0,-1-1 0,1 1 0,0-1 0,1 1 0,0-1 0,0-1 0,0 1 0,0-1 0,1 0 0,0 0 0,9 5 0,2 1 0,0 0 0,1-2 0,1 0 0,0-1 0,0-1 0,32 7 0,-9-7 0,0-2 0,0-2 0,85-4 0,-51-1 0,457 0 0,-461-1 0,0-3 0,0-3 0,0-3 0,82-26 0,-59 6 0,-61 19 0,0 2 0,38-8 0,258-28 0,41-7 0,-342 47 0,0-2 0,0 0 0,44-23 0,76-49 0,-129 70 0,148-90 0,-5-7 0,218-189 0,-115 47 0,-9 7 0,-187 182 0,97-86 0,-119 100 0,55-69 0,194-279 0,-70 90 0,-72 72 0,-60 84 0,97-162 0,58-80 0,-161 268 0,289-355 0,-55 151 0,-130 135 0,6-2 0,-138 140 0,72-49 0,-22 19 0,51-48 0,231-242 0,-346 322 0,400-462 0,-403 458 0,30-33 0,-5-4 0,63-111 0,70-210 0,-79 153 0,43-54 0,-152 285 0,-1 0 0,-1 0 0,7-35 0,2-2 0,80-271 0,-87 277 0,-3-1 0,-3 0 0,2-105 0,-10 118 0,-4-77 0,3 119 0,0 1 0,-1 0 0,1 0 0,-1 0 0,-1 1 0,1-1 0,-1 0 0,0 1 0,0-1 0,-1 1 0,0 0 0,1 0 0,-2 1 0,1-1 0,-10-7 0,-7-5 0,-1 2 0,-34-19 0,28 17 0,-387-251 0,206 130 0,-14 5 0,-39-25 0,-37-50 0,232 169 0,-109-48 0,-44-24 0,70 16 0,-83-49 0,165 106 0,-110-44 0,87 49 0,-96-23 0,133 44 0,0 2 0,0 2 0,-73 0 0,-162 10-1365,265-2-5461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10:42:35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726 923 24575,'-83'1'0,"-89"-3"0,156 0 0,0-1 0,-1-1 0,1-1 0,1 0 0,-1-1 0,1-1 0,-16-9 0,-20-8 0,31 16 0,1-1 0,0-1 0,-26-17 0,38 22 0,0-1 0,1 0 0,-1 0 0,1 0 0,0-1 0,1 0 0,0-1 0,0 1 0,0-1 0,1 0 0,-3-8 0,-65-127 0,66 132 0,1-1 0,1 0 0,0 0 0,0 0 0,1 0 0,1 0 0,0-1 0,0-17 0,6-102 0,-3 116 0,0 2 0,1-1 0,0 0 0,1 1 0,1 0 0,0-1 0,1 2 0,10-23 0,-11 30 0,-1 0 0,1 0 0,0 1 0,0-1 0,1 1 0,-1 0 0,1 0 0,0 0 0,1 1 0,-1 0 0,1 0 0,0 0 0,0 1 0,0-1 0,0 2 0,1-1 0,-1 1 0,8-2 0,33-4 0,76-4 0,-74 9 0,64-12 0,-79 8 0,88-15 0,-107 20 0,-1 2 0,1 0 0,-1 0 0,1 1 0,-1 1 0,23 6 0,-16-2 0,0 0 0,-1 2 0,0 0 0,29 18 0,-41-22 0,-2 1 0,1 0 0,0 0 0,-1 1 0,0 0 0,0 0 0,-1 0 0,0 1 0,0 0 0,0 0 0,-1 0 0,0 0 0,-1 1 0,6 15 0,5 29 0,11 33 0,-15-57 0,0 1 0,-2 0 0,-1 1 0,-2-1 0,-1 1 0,-1 0 0,-1 37 0,-2-54 0,0 4 0,-1 1 0,0-1 0,-5 22 0,5-34 0,0 1 0,-1-1 0,0 0 0,0 1 0,-1-1 0,1 0 0,-1 0 0,0-1 0,-1 1 0,1-1 0,-1 0 0,0 1 0,0-1 0,-6 4 0,-17 11-455,-2-1 0,-43 21 0,53-30-6371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10:42:57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421 0 24575,'1'0'0,"0"1"0,0-1 0,-1 0 0,1 1 0,0-1 0,0 0 0,-1 1 0,1-1 0,0 1 0,-1-1 0,1 1 0,0 0 0,-1-1 0,1 1 0,-1 0 0,1-1 0,-1 1 0,1 0 0,-1-1 0,1 1 0,-1 0 0,0 0 0,1 0 0,-1-1 0,0 1 0,0 0 0,0 0 0,0 1 0,4 28 0,-3-26 0,3 326 0,-6-180 0,-4-23 0,-27 153 0,20-184 0,2-35 0,-38 115 0,31-120 0,3 0 0,-14 90 0,-68 364 0,88-459 0,3 0 0,1 0 0,4 70 0,-1 3 0,0-107 0,-1 0 0,0 0 0,-1 0 0,-1 0 0,-8 17 0,4-11 0,-9 41 0,3 30 0,-3 97 0,13-142 0,-3-1 0,-20 69 0,21-93 0,5-15 0,-1-1 0,1 1 0,1 0 0,0 0 0,0 0 0,1 0 0,0 10 0,1-16 0,0 1 0,0-1 0,0 0 0,0 0 0,1 1 0,-1-1 0,1 0 0,0 0 0,0 0 0,0-1 0,0 1 0,0 0 0,0-1 0,1 1 0,-1-1 0,1 0 0,0 0 0,0 0 0,0 0 0,0 0 0,5 1 0,1 1 0,1 0 0,0-1 0,0 0 0,0 0 0,0-1 0,17 1 0,65-3 0,-71 0 0,-17 0 0,-1 0 0,0-1 0,1 1 0,-1 0 0,0-1 0,1 0 0,-1 0 0,0 0 0,0 0 0,0 0 0,0-1 0,0 0 0,0 1 0,0-1 0,4-4 0,-4 3 0,0-1 0,-1 1 0,1-1 0,-1 0 0,0 0 0,0 1 0,0-1 0,-1 0 0,0-1 0,1 1 0,-1 0 0,0-5 0,4-38 0,-1 1 0,-6-90 0,-1 67 0,1-4 0,1-202 0,5 224 0,15-67 0,-10 65 0,5-64 0,-13 24 0,-2 54 0,2-1 0,2 1 0,2-1 0,15-66 0,-10 69 0,-1 1 0,6-72 0,-10-74 0,-7 68 0,2-144 0,3 239 0,0 1 0,1-1 0,7-20 0,6-30 0,-4-84 0,-5 32 0,24-88 0,-20 161 0,25-65 0,-20 67 0,16-69 0,-32 111 0,0 0 0,0 0 0,-1 0 0,1 0 0,-1 0 0,0 0 0,0 0 0,-1 0 0,1 0 0,-1 0 0,0 0 0,-1-4 0,0 6 0,1 0 0,0 0 0,-1 0 0,1 0 0,-1 1 0,1-1 0,-1 1 0,0-1 0,0 1 0,1-1 0,-1 1 0,0 0 0,0 0 0,-1 0 0,1 0 0,0 1 0,0-1 0,0 0 0,0 1 0,-1-1 0,-3 1 0,-23-2-1365,1 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3EFB2-42D3-4A9B-A121-148B6E20F47F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625C01-627D-44F9-84DC-90EE3B75F2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651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0B496-5038-75A5-6B03-B4D0F28157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FD400E-9E01-0D4B-7C7F-A469C354C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750C42-768A-6879-02AF-037D65562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91F6D-C2E7-46F3-B336-F174FE39BC9C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0A0BFB-B891-ED85-8463-3D86C205F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E3F457-07E3-B99B-FD56-34BF4427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569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0DA87D-F6EA-C0AA-C0F1-FF36F23AF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9B5481-80B7-CFB0-AD79-6F0077C65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98540C-741A-CE1E-06ED-77F91DA36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95E58-A5BE-42DE-9EC2-32CD63C93D1B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2B495E-E982-9858-52A4-226AF285A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307C1E-2F4F-1E0E-7754-5E0D63010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55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0AB1B-B092-FCF0-3892-E00B3D26B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E8CDC1-4385-A32F-4C31-E91FB71EC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2A28C1-5037-21F7-1D39-63A7A2429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3317-D2FC-4D76-8E0F-1D36C5D8FCDE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44FAB5-03C3-68BE-C179-B0B5CC68B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632142-B1A2-38F2-70BD-7EA808842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261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C5728C-B52A-3452-7092-90FF2B36F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7A8B3E-5009-4F30-65CE-B3975754A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114412-DC52-0A35-6B68-9DB2538CC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038139-CB3F-DD8D-D96A-313E0EF92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40C5-EC52-4ED6-B133-280993304FD0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27236E-6743-8D8E-65E2-0E4EEC36D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BE08A8-E759-D70B-FB5B-BD2CE679B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906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FDA57F-1FF9-FDE2-74F8-41D251F10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9F9BCF-E51D-3872-5E53-8639944C7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2285A6-021B-CD56-25E2-A399083CD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BE091F-9235-0163-25E4-D9932A5A2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4C5AAF7-4425-5177-1B06-F2433BE191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8C756A3-98FF-B6CE-8747-6A613A460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CA447-4EE0-4A8E-908C-3D84D3D20F4E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5D620AB-0C7F-72A6-4941-E981A21F2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292A43A-EFA2-819B-E2A8-1D3B8B88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126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0A2C12-79F1-B85E-264D-2F8DFA78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FA1A4F1-8DFF-E866-04BD-7EC60D1CC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1821-0BEF-493F-803A-02BB6F6E58FB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AEA480-111A-C405-68F5-4D8D71F6F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368AE0-852A-8327-A383-D1E84DBEA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89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77E11F3-3D24-D78F-2BC0-179CE1FDF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8D8D8-EF37-4E85-AE7E-B4F57D06CDE6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E19B878-025A-4EF0-7CFC-777DA262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35980" y="3246437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158584-9C71-B138-789B-5256AAB5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 sz="2400" b="1"/>
            </a:lvl1pPr>
          </a:lstStyle>
          <a:p>
            <a:fld id="{34218E9C-28AE-410B-8D03-3B10E4E14AA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7261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FB086C-A44E-41CE-A046-5EB1ABA30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1FFD18-AFDE-DACB-72CD-39A505584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F88C71-5378-1D39-7F8F-E7959F967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0D0646-7214-6948-6EF0-786A63E5B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9981B-12C4-49F4-8BB2-35B3C26B5C03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853223-F4BB-41A2-B9D4-B2192B27C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8D892F-D1D9-956C-14CC-F333A0117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973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9F0339-B589-2CD1-47F4-2EC76FE16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80940DC-3AD4-9721-29BE-46226D3AF1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E505F0-9EB1-7A7A-4E48-DBECD7BDB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CB30DA-BDAB-9932-9A7A-0AF2309A7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243AD-8066-45EB-86EE-22BE8315D71E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26E5D0-1BA8-A496-97B4-05A7EB1ED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53E569-55B5-5F64-D84A-C9FA4B179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172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B1885-9BF8-8A14-B675-98F9DE674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2C4721-B8E4-9C98-40BD-262FE4B5A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166DAE-2F23-3F8F-9585-808CB1B1C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E3158-EFBC-4473-9596-0985873CEB84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B9A6BB-F47D-50DC-9B22-28F0C0082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62C942-BF5A-7FFD-6365-F3D476DB3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46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4B5D195-F777-3574-B94C-76CEA55C3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4D9A76-3DE9-DE72-387C-D000A4EF1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7F8A3F-1179-EB47-0FA4-94FBDFA77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16B48-57D6-4086-B462-56EC759F51BA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5FF84C-A319-38AB-82A1-CE9BBC81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E77075-DF6B-ECC8-602A-3C031D55A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608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684921-0004-0AEF-9A9D-6C847B892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4EAC3-5742-C57B-EC92-6B0677113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35FAA1-C236-964B-F272-DC31F8F150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06556-CA3D-42F3-AD26-99B05B6510C1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897AF4-8E47-7B5D-7B37-9872626CD8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4780AF-00EA-5FA2-A6B1-FE0B8F7F4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18E9C-28AE-410B-8D03-3B10E4E14A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364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9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customXml" Target="../ink/ink3.xml"/><Relationship Id="rId7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customXml" Target="../ink/ink4.xml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customXml" Target="../ink/ink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customXml" Target="../ink/ink10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customXml" Target="../ink/ink1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EE3210-B6FF-2B8A-AEEA-FC71615500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Deep Learning 26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7ACD426-238C-C1FF-AAC3-87832EFE0B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altLang="ko-KR" b="1" dirty="0"/>
              <a:t>CNN Transposed convolution U-Net</a:t>
            </a:r>
          </a:p>
          <a:p>
            <a:endParaRPr lang="en-US" altLang="ko-KR" dirty="0"/>
          </a:p>
          <a:p>
            <a:r>
              <a:rPr lang="ko-KR" altLang="en-US" dirty="0" err="1"/>
              <a:t>주준형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F45A2E-EDDC-7A80-0ED6-3856094C2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798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0EDC10C-1933-08A0-C017-93E64E063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94" y="136525"/>
            <a:ext cx="11163412" cy="6279419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523B8D-575A-9ACC-A6F7-1E53B363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4EEEB9-039F-02D2-7411-AE0ADDC8FC90}"/>
              </a:ext>
            </a:extLst>
          </p:cNvPr>
          <p:cNvSpPr txBox="1"/>
          <p:nvPr/>
        </p:nvSpPr>
        <p:spPr>
          <a:xfrm>
            <a:off x="3673784" y="3641416"/>
            <a:ext cx="1788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Encoding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F462DD-8017-D0B2-4396-8D7A03C3871B}"/>
              </a:ext>
            </a:extLst>
          </p:cNvPr>
          <p:cNvSpPr txBox="1"/>
          <p:nvPr/>
        </p:nvSpPr>
        <p:spPr>
          <a:xfrm>
            <a:off x="5347487" y="3641416"/>
            <a:ext cx="1788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Decoding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90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B8C54DF-86D2-1AE7-97AF-F0F48D520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D7408F-2BF3-35BB-9D0E-BCE3BEA49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970" y="463914"/>
            <a:ext cx="5094576" cy="284661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B06D69D-7F50-2EA7-AA84-2E7E9EF64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048" y="3520956"/>
            <a:ext cx="5636419" cy="28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23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06D6463-E981-0464-2EE8-4F4588748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DA188B-858B-3650-F2CF-92F6CAA00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119" y="136525"/>
            <a:ext cx="8901761" cy="615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09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BAB0EF-7132-C984-537B-1F296DF8E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4335D8-3AF2-4EA8-A0FF-E9953FA90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841" y="1160728"/>
            <a:ext cx="4972188" cy="21676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854AE4-960C-93ED-19CE-19992608CB96}"/>
              </a:ext>
            </a:extLst>
          </p:cNvPr>
          <p:cNvSpPr txBox="1"/>
          <p:nvPr/>
        </p:nvSpPr>
        <p:spPr>
          <a:xfrm>
            <a:off x="1480841" y="575953"/>
            <a:ext cx="72909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Nearest </a:t>
            </a:r>
            <a:r>
              <a:rPr lang="en-US" altLang="ko-KR" sz="3200" b="1" dirty="0" err="1"/>
              <a:t>Neighbour</a:t>
            </a:r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0B30C6-2E6A-30F5-13B7-F64DEA1A7FA2}"/>
              </a:ext>
            </a:extLst>
          </p:cNvPr>
          <p:cNvSpPr txBox="1"/>
          <p:nvPr/>
        </p:nvSpPr>
        <p:spPr>
          <a:xfrm>
            <a:off x="1480841" y="3429000"/>
            <a:ext cx="72909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Linear</a:t>
            </a:r>
            <a:endParaRPr lang="ko-KR" altLang="en-US" sz="32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AF145E9-904B-3ECD-8BBE-1F9BC0EE0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88" y="4056593"/>
            <a:ext cx="6401502" cy="217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125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E229E2D-D9EB-1DB3-2754-A9BB8B562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035DBF-D42E-23E0-A527-DA023690F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189" y="520419"/>
            <a:ext cx="10341621" cy="581716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C725BA3-4C5C-9D62-0B33-642205EE0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682" y="136525"/>
            <a:ext cx="2079653" cy="108087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B3D653DE-8F51-927F-35D8-33D14CBAA141}"/>
                  </a:ext>
                </a:extLst>
              </p14:cNvPr>
              <p14:cNvContentPartPr/>
              <p14:nvPr/>
            </p14:nvContentPartPr>
            <p14:xfrm>
              <a:off x="6837815" y="2901915"/>
              <a:ext cx="2342520" cy="1980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B3D653DE-8F51-927F-35D8-33D14CBAA1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1695" y="2895795"/>
                <a:ext cx="235476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B421B5F3-ED47-D7CE-CA23-D69AEE0EA67C}"/>
                  </a:ext>
                </a:extLst>
              </p14:cNvPr>
              <p14:cNvContentPartPr/>
              <p14:nvPr/>
            </p14:nvContentPartPr>
            <p14:xfrm>
              <a:off x="2904815" y="2854755"/>
              <a:ext cx="2743560" cy="12384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B421B5F3-ED47-D7CE-CA23-D69AEE0EA67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98695" y="2848635"/>
                <a:ext cx="2755800" cy="13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1146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69E4938-5501-0163-1A6B-13407CC16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03224F-D714-79FE-D0D3-0F096E1A1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89" y="1404238"/>
            <a:ext cx="2438870" cy="126821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209592C-6DEC-6113-E989-F30BFB189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033" y="4260778"/>
            <a:ext cx="2200582" cy="82879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7102570-C61C-E492-4683-E2B210217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754" y="1747791"/>
            <a:ext cx="2838846" cy="58110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82430FC-1245-E36A-D9A2-D98D85E5F3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2698" y="1566790"/>
            <a:ext cx="2257740" cy="9431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848E7E2-F024-05F5-4480-032B158BE7DA}"/>
              </a:ext>
            </a:extLst>
          </p:cNvPr>
          <p:cNvSpPr txBox="1"/>
          <p:nvPr/>
        </p:nvSpPr>
        <p:spPr>
          <a:xfrm>
            <a:off x="1480841" y="575953"/>
            <a:ext cx="72909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X </a:t>
            </a:r>
            <a:r>
              <a:rPr lang="ko-KR" altLang="en-US" sz="3200" b="1" dirty="0"/>
              <a:t>가 </a:t>
            </a:r>
            <a:r>
              <a:rPr lang="en-US" altLang="ko-KR" sz="3200" b="1" dirty="0"/>
              <a:t>5x5, y</a:t>
            </a:r>
            <a:r>
              <a:rPr lang="ko-KR" altLang="en-US" sz="3200" b="1" dirty="0"/>
              <a:t>가 </a:t>
            </a:r>
            <a:r>
              <a:rPr lang="en-US" altLang="ko-KR" sz="3200" b="1" dirty="0"/>
              <a:t>3x3</a:t>
            </a:r>
            <a:r>
              <a:rPr lang="ko-KR" altLang="en-US" sz="3200" b="1" dirty="0"/>
              <a:t>일 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48B48-1D98-2339-D427-0989F0008166}"/>
              </a:ext>
            </a:extLst>
          </p:cNvPr>
          <p:cNvSpPr txBox="1"/>
          <p:nvPr/>
        </p:nvSpPr>
        <p:spPr>
          <a:xfrm>
            <a:off x="1176033" y="3465461"/>
            <a:ext cx="72909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Transposed Convolution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705726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B7143E3-7712-70D6-66DD-2B386120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97EE95-7718-4E5E-B044-1A69772A4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01" y="568465"/>
            <a:ext cx="9958598" cy="5601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82E0DD-051C-F306-C982-D155152D3E4A}"/>
              </a:ext>
            </a:extLst>
          </p:cNvPr>
          <p:cNvSpPr txBox="1"/>
          <p:nvPr/>
        </p:nvSpPr>
        <p:spPr>
          <a:xfrm>
            <a:off x="6570732" y="5714455"/>
            <a:ext cx="233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16 x 4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84C041-4D69-B19D-C838-409B3881F461}"/>
              </a:ext>
            </a:extLst>
          </p:cNvPr>
          <p:cNvSpPr txBox="1"/>
          <p:nvPr/>
        </p:nvSpPr>
        <p:spPr>
          <a:xfrm>
            <a:off x="7653717" y="5714455"/>
            <a:ext cx="233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4 x 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4C55B6-2BF3-FCD8-D44D-A2C498B02D1E}"/>
              </a:ext>
            </a:extLst>
          </p:cNvPr>
          <p:cNvSpPr txBox="1"/>
          <p:nvPr/>
        </p:nvSpPr>
        <p:spPr>
          <a:xfrm>
            <a:off x="8469664" y="5714455"/>
            <a:ext cx="233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16 x 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19E4F6-E39F-7D5D-5B5E-7540F1A198FB}"/>
              </a:ext>
            </a:extLst>
          </p:cNvPr>
          <p:cNvSpPr txBox="1"/>
          <p:nvPr/>
        </p:nvSpPr>
        <p:spPr>
          <a:xfrm>
            <a:off x="6570732" y="6169580"/>
            <a:ext cx="233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64</a:t>
            </a:r>
            <a:r>
              <a:rPr lang="ko-KR" altLang="en-US" dirty="0">
                <a:solidFill>
                  <a:srgbClr val="FF0000"/>
                </a:solidFill>
              </a:rPr>
              <a:t>개의 </a:t>
            </a:r>
            <a:r>
              <a:rPr lang="en-US" altLang="ko-KR" dirty="0">
                <a:solidFill>
                  <a:srgbClr val="FF0000"/>
                </a:solidFill>
              </a:rPr>
              <a:t>weight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093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BDB4349-1697-2CA4-7669-05BA145B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430C27-E5C3-CF1D-EE11-4210A0D5B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341" y="412244"/>
            <a:ext cx="10549317" cy="593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939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060B862-4130-E51C-AC54-D98A82E1F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DEFAEF-9506-DB44-5189-588F1CDA251D}"/>
              </a:ext>
            </a:extLst>
          </p:cNvPr>
          <p:cNvSpPr txBox="1"/>
          <p:nvPr/>
        </p:nvSpPr>
        <p:spPr>
          <a:xfrm>
            <a:off x="1480841" y="575953"/>
            <a:ext cx="72909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3x3 Kernel, 3x3 input to 5x5</a:t>
            </a:r>
            <a:endParaRPr lang="ko-KR" altLang="en-US" sz="32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7F25EC-B005-0775-CF4A-EB49AB33F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477" y="1865868"/>
            <a:ext cx="2829320" cy="270547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2FBD4194-A778-2506-74A2-61CAAD670360}"/>
                  </a:ext>
                </a:extLst>
              </p14:cNvPr>
              <p14:cNvContentPartPr/>
              <p14:nvPr/>
            </p14:nvContentPartPr>
            <p14:xfrm>
              <a:off x="1301735" y="3016755"/>
              <a:ext cx="2094840" cy="114984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2FBD4194-A778-2506-74A2-61CAAD6703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5615" y="3010635"/>
                <a:ext cx="2107080" cy="11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0E8D4A4D-7429-EA1C-915E-5570B2515F13}"/>
                  </a:ext>
                </a:extLst>
              </p14:cNvPr>
              <p14:cNvContentPartPr/>
              <p14:nvPr/>
            </p14:nvContentPartPr>
            <p14:xfrm>
              <a:off x="1422695" y="1883835"/>
              <a:ext cx="1490760" cy="78732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0E8D4A4D-7429-EA1C-915E-5570B2515F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16575" y="1877715"/>
                <a:ext cx="1503000" cy="79956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그림 14">
            <a:extLst>
              <a:ext uri="{FF2B5EF4-FFF2-40B4-BE49-F238E27FC236}">
                <a16:creationId xmlns:a16="http://schemas.microsoft.com/office/drawing/2014/main" id="{AD0C9B9F-22A7-AE2D-BB3E-5FBE5A644A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4446" y="160463"/>
            <a:ext cx="2553056" cy="200052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55E082D-9196-F4A6-C11D-FE3768FF1D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7974" y="2350021"/>
            <a:ext cx="4244481" cy="34423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6AA39875-0D01-DAA0-D613-9892434D3E48}"/>
                  </a:ext>
                </a:extLst>
              </p14:cNvPr>
              <p14:cNvContentPartPr/>
              <p14:nvPr/>
            </p14:nvContentPartPr>
            <p14:xfrm>
              <a:off x="7525507" y="2537127"/>
              <a:ext cx="1720800" cy="136296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6AA39875-0D01-DAA0-D613-9892434D3E4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19387" y="2531007"/>
                <a:ext cx="1733040" cy="1375200"/>
              </a:xfrm>
              <a:prstGeom prst="rect">
                <a:avLst/>
              </a:prstGeom>
            </p:spPr>
          </p:pic>
        </mc:Fallback>
      </mc:AlternateContent>
      <p:pic>
        <p:nvPicPr>
          <p:cNvPr id="21" name="그림 20">
            <a:extLst>
              <a:ext uri="{FF2B5EF4-FFF2-40B4-BE49-F238E27FC236}">
                <a16:creationId xmlns:a16="http://schemas.microsoft.com/office/drawing/2014/main" id="{421DD1FC-E7F7-3FEC-0D3C-CF7C89B5B5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9661" y="4957121"/>
            <a:ext cx="7036272" cy="83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969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523F7D3-9EE4-5198-3894-BB1F3E6AA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711D86-D178-A153-2A94-9BBAC2597D88}"/>
              </a:ext>
            </a:extLst>
          </p:cNvPr>
          <p:cNvSpPr txBox="1"/>
          <p:nvPr/>
        </p:nvSpPr>
        <p:spPr>
          <a:xfrm>
            <a:off x="1480841" y="575953"/>
            <a:ext cx="72909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3x3 Kernel, 3x3 input to 5x5</a:t>
            </a:r>
            <a:endParaRPr lang="ko-KR" altLang="en-US" sz="32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793DB28-8DE3-6109-B091-0108984CE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788" y="2074913"/>
            <a:ext cx="4915586" cy="39057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B2B5ECF7-FF41-9768-B375-1DB252E64178}"/>
                  </a:ext>
                </a:extLst>
              </p14:cNvPr>
              <p14:cNvContentPartPr/>
              <p14:nvPr/>
            </p14:nvContentPartPr>
            <p14:xfrm>
              <a:off x="7305759" y="2250246"/>
              <a:ext cx="1975805" cy="1564937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B2B5ECF7-FF41-9768-B375-1DB252E641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99639" y="2244126"/>
                <a:ext cx="1988046" cy="1577177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B2AAA882-1F3F-3EE4-29CF-1F3A2B70DD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190" y="2250246"/>
            <a:ext cx="2562583" cy="28197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E9F4977-0873-8C98-F960-7B6530339C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41" y="5269827"/>
            <a:ext cx="5515991" cy="76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590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C6A5D8F-A78E-CA30-41DF-88B65E15F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163572-8864-4EA0-D495-3BCA70DC0780}"/>
              </a:ext>
            </a:extLst>
          </p:cNvPr>
          <p:cNvSpPr txBox="1"/>
          <p:nvPr/>
        </p:nvSpPr>
        <p:spPr>
          <a:xfrm>
            <a:off x="1480841" y="575953"/>
            <a:ext cx="72909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Discussion: 1/3 </a:t>
            </a:r>
            <a:r>
              <a:rPr lang="en-US" altLang="ko-KR" sz="3200" b="1" dirty="0" err="1"/>
              <a:t>strided</a:t>
            </a:r>
            <a:r>
              <a:rPr lang="en-US" altLang="ko-KR" sz="3200" b="1" dirty="0"/>
              <a:t> 3x3 kernel </a:t>
            </a:r>
            <a:endParaRPr lang="ko-KR" altLang="en-US" sz="32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972FF6C-E0B1-8C40-1E87-B1154C864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549" y="1168762"/>
            <a:ext cx="5564431" cy="43859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7C480600-3807-0486-867F-12E9129C7213}"/>
                  </a:ext>
                </a:extLst>
              </p14:cNvPr>
              <p14:cNvContentPartPr/>
              <p14:nvPr/>
            </p14:nvContentPartPr>
            <p14:xfrm>
              <a:off x="6125600" y="1325953"/>
              <a:ext cx="1501002" cy="1188869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7C480600-3807-0486-867F-12E9129C72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19479" y="1319834"/>
                <a:ext cx="1513243" cy="1201107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A1A22ACC-26E2-1744-74C3-334918FDD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7253" y="5451728"/>
            <a:ext cx="9556694" cy="73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932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0C30627-6625-321F-CF0F-FCCC5ACF6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664821-5691-46A5-C986-D8C53729B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827" y="1637943"/>
            <a:ext cx="4915586" cy="39057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3A86CA-733A-45FD-11E3-C523DC2FECFA}"/>
              </a:ext>
            </a:extLst>
          </p:cNvPr>
          <p:cNvSpPr txBox="1"/>
          <p:nvPr/>
        </p:nvSpPr>
        <p:spPr>
          <a:xfrm>
            <a:off x="1480841" y="575953"/>
            <a:ext cx="72909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Discussion: 1/2 </a:t>
            </a:r>
            <a:r>
              <a:rPr lang="en-US" altLang="ko-KR" sz="3200" b="1" dirty="0" err="1"/>
              <a:t>strided</a:t>
            </a:r>
            <a:r>
              <a:rPr lang="en-US" altLang="ko-KR" sz="3200" b="1" dirty="0"/>
              <a:t> 4x4 kernel </a:t>
            </a:r>
            <a:endParaRPr lang="ko-KR" altLang="en-US" sz="32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9EAE7AD8-E1EA-2BBC-161B-C39197CD16E7}"/>
                  </a:ext>
                </a:extLst>
              </p14:cNvPr>
              <p14:cNvContentPartPr/>
              <p14:nvPr/>
            </p14:nvContentPartPr>
            <p14:xfrm>
              <a:off x="3638207" y="1832152"/>
              <a:ext cx="2703159" cy="2141038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9EAE7AD8-E1EA-2BBC-161B-C39197CD16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2086" y="1826032"/>
                <a:ext cx="2715400" cy="215327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167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9ABD440-C4D1-1950-D370-E2225F447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9462DE-F53D-B09A-17B6-F93C9AEED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86" y="136525"/>
            <a:ext cx="10674293" cy="60042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6F88D8D5-1D1A-9A82-6C16-18453C56703C}"/>
                  </a:ext>
                </a:extLst>
              </p14:cNvPr>
              <p14:cNvContentPartPr/>
              <p14:nvPr/>
            </p14:nvContentPartPr>
            <p14:xfrm>
              <a:off x="5064455" y="1334835"/>
              <a:ext cx="2640240" cy="393372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6F88D8D5-1D1A-9A82-6C16-18453C56703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58335" y="1328715"/>
                <a:ext cx="2652480" cy="39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C6F0992E-7866-412E-B3B3-45760ADF2B10}"/>
                  </a:ext>
                </a:extLst>
              </p14:cNvPr>
              <p14:cNvContentPartPr/>
              <p14:nvPr/>
            </p14:nvContentPartPr>
            <p14:xfrm>
              <a:off x="7460255" y="1407195"/>
              <a:ext cx="3319560" cy="378936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C6F0992E-7866-412E-B3B3-45760ADF2B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54135" y="1401075"/>
                <a:ext cx="3331800" cy="380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5154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86E2A48-49D5-4CC4-C6FD-B79B4BB2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8E9C-28AE-410B-8D03-3B10E4E14AA7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BBCEC96-29EB-EA73-D298-44F808BCE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5" y="321921"/>
            <a:ext cx="9209217" cy="58008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8BC4F9-8710-1B51-960E-70D49F038BDE}"/>
              </a:ext>
            </a:extLst>
          </p:cNvPr>
          <p:cNvSpPr txBox="1"/>
          <p:nvPr/>
        </p:nvSpPr>
        <p:spPr>
          <a:xfrm>
            <a:off x="4054109" y="3659410"/>
            <a:ext cx="1958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concatenation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58A7BD54-C514-70EB-8EE7-02DA5ADA2052}"/>
                  </a:ext>
                </a:extLst>
              </p14:cNvPr>
              <p14:cNvContentPartPr/>
              <p14:nvPr/>
            </p14:nvContentPartPr>
            <p14:xfrm>
              <a:off x="8102873" y="594419"/>
              <a:ext cx="383400" cy="33264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58A7BD54-C514-70EB-8EE7-02DA5ADA20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96753" y="588299"/>
                <a:ext cx="395640" cy="3448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4E23109-A1BC-6B46-7B0B-B8AA802219FE}"/>
              </a:ext>
            </a:extLst>
          </p:cNvPr>
          <p:cNvSpPr txBox="1"/>
          <p:nvPr/>
        </p:nvSpPr>
        <p:spPr>
          <a:xfrm>
            <a:off x="8486273" y="273504"/>
            <a:ext cx="1181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black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F36500-9E3B-5457-8004-BEF5BF07EF27}"/>
              </a:ext>
            </a:extLst>
          </p:cNvPr>
          <p:cNvSpPr txBox="1"/>
          <p:nvPr/>
        </p:nvSpPr>
        <p:spPr>
          <a:xfrm>
            <a:off x="8486273" y="833458"/>
            <a:ext cx="1181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white</a:t>
            </a:r>
            <a:endParaRPr lang="ko-KR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540A845D-3B67-5347-78C1-71C49BF03987}"/>
                  </a:ext>
                </a:extLst>
              </p14:cNvPr>
              <p14:cNvContentPartPr/>
              <p14:nvPr/>
            </p14:nvContentPartPr>
            <p14:xfrm>
              <a:off x="9999252" y="826684"/>
              <a:ext cx="229320" cy="119952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540A845D-3B67-5347-78C1-71C49BF0398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93132" y="820564"/>
                <a:ext cx="241560" cy="121176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CE35B57-9B90-15C0-4C96-C4F7A5C8C02A}"/>
              </a:ext>
            </a:extLst>
          </p:cNvPr>
          <p:cNvSpPr txBox="1"/>
          <p:nvPr/>
        </p:nvSpPr>
        <p:spPr>
          <a:xfrm>
            <a:off x="8422461" y="2606027"/>
            <a:ext cx="4346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One-Hot Coded Target (pixel)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1656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Microsoft Office PowerPoint</Application>
  <PresentationFormat>와이드스크린</PresentationFormat>
  <Paragraphs>37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Deep Learning 26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준형 주</dc:creator>
  <cp:lastModifiedBy>준형 주</cp:lastModifiedBy>
  <cp:revision>1</cp:revision>
  <dcterms:created xsi:type="dcterms:W3CDTF">2025-10-26T10:46:42Z</dcterms:created>
  <dcterms:modified xsi:type="dcterms:W3CDTF">2025-10-26T10:47:06Z</dcterms:modified>
</cp:coreProperties>
</file>